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704320" cy="7315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rion_bg_full"/>
          <p:cNvSpPr/>
          <p:nvPr/>
        </p:nvSpPr>
        <p:spPr>
          <a:xfrm>
            <a:off x="0" y="0"/>
            <a:ext cx="11704320" cy="73152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rion_text_title"/>
          <p:cNvSpPr txBox="1"/>
          <p:nvPr/>
        </p:nvSpPr>
        <p:spPr>
          <a:xfrm>
            <a:off x="480000" y="800000"/>
            <a:ext cx="80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FFFFFF"/>
                </a:solidFill>
              </a:rPr>
              <a:t>Background plus textbox should pass geometry v2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