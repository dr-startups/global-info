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170432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rion_bg_full"/>
          <p:cNvSpPr/>
          <p:nvPr/>
        </p:nvSpPr>
        <p:spPr>
          <a:xfrm>
            <a:off x="0" y="0"/>
            <a:ext cx="11704320" cy="7315200"/>
          </a:xfrm>
          <a:prstGeom prst="rect">
            <a:avLst/>
          </a:prstGeom>
          <a:solidFill>
            <a:srgbClr val="0B1A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ion_text_title"/>
          <p:cNvSpPr txBox="1"/>
          <p:nvPr/>
        </p:nvSpPr>
        <p:spPr>
          <a:xfrm>
            <a:off x="480000" y="900000"/>
            <a:ext cx="90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Intentional background overlap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rion_card_main"/>
          <p:cNvSpPr/>
          <p:nvPr/>
        </p:nvSpPr>
        <p:spPr>
          <a:xfrm>
            <a:off x="400000" y="600000"/>
            <a:ext cx="10500000" cy="5000000"/>
          </a:xfrm>
          <a:prstGeom prst="rect">
            <a:avLst/>
          </a:prstGeom>
          <a:solidFill>
            <a:srgbClr val="F8FA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ion_text_body"/>
          <p:cNvSpPr txBox="1"/>
          <p:nvPr/>
        </p:nvSpPr>
        <p:spPr>
          <a:xfrm>
            <a:off x="700000" y="900000"/>
            <a:ext cx="9500000" cy="3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Card containment is allowed by geometry 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