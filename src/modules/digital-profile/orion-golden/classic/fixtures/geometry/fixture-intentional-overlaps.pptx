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17043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ion_bg_full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0B1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ion_text_title"/>
          <p:cNvSpPr txBox="1"/>
          <p:nvPr/>
        </p:nvSpPr>
        <p:spPr>
          <a:xfrm>
            <a:off x="480000" y="900000"/>
            <a:ext cx="9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Intentional background overlap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ion_card_main"/>
          <p:cNvSpPr/>
          <p:nvPr/>
        </p:nvSpPr>
        <p:spPr>
          <a:xfrm>
            <a:off x="400000" y="600000"/>
            <a:ext cx="10500000" cy="5000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ion_text_body"/>
          <p:cNvSpPr txBox="1"/>
          <p:nvPr/>
        </p:nvSpPr>
        <p:spPr>
          <a:xfrm>
            <a:off x="700000" y="900000"/>
            <a:ext cx="9500000" cy="3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containment is allowed by geometry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