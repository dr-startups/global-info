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70432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rion_text_oob"/>
          <p:cNvSpPr txBox="1"/>
          <p:nvPr/>
        </p:nvSpPr>
        <p:spPr>
          <a:xfrm>
            <a:off x="500000" y="6800000"/>
            <a:ext cx="4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text box extends past the slide bottom 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