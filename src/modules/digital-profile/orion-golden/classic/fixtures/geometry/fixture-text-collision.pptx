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text_a"/>
          <p:cNvSpPr txBox="1"/>
          <p:nvPr/>
        </p:nvSpPr>
        <p:spPr>
          <a:xfrm>
            <a:off x="500000" y="800000"/>
            <a:ext cx="5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colliding text box content here</a:t>
            </a:r>
          </a:p>
        </p:txBody>
      </p:sp>
      <p:sp>
        <p:nvSpPr>
          <p:cNvPr id="3" name="orion_text_b"/>
          <p:cNvSpPr txBox="1"/>
          <p:nvPr/>
        </p:nvSpPr>
        <p:spPr>
          <a:xfrm>
            <a:off x="1500000" y="1000000"/>
            <a:ext cx="5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colliding text box content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