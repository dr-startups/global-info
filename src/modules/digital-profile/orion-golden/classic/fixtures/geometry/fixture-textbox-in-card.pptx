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70432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rion_card_main"/>
          <p:cNvSpPr/>
          <p:nvPr/>
        </p:nvSpPr>
        <p:spPr>
          <a:xfrm>
            <a:off x="480000" y="700000"/>
            <a:ext cx="10000000" cy="4000000"/>
          </a:xfrm>
          <a:prstGeom prst="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rion_text_body"/>
          <p:cNvSpPr txBox="1"/>
          <p:nvPr/>
        </p:nvSpPr>
        <p:spPr>
          <a:xfrm>
            <a:off x="700000" y="1000000"/>
            <a:ext cx="90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Text inside card is intentional containment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